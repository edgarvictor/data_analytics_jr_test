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2" d="100"/>
          <a:sy n="112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e0dd81a-3627-4fe1-9eb0-7c2d06586675}">
  <we:reference id="WA200003233" version="2.0.0.3" store="pt-BR" storeType="OMEX"/>
  <we:alternateReferences/>
  <we:properties>
    <we:property name="Microsoft.Office.CampaignId" value="&quot;none&quot;"/>
    <we:property name="reportUrl" value="&quot;/groups/me/reports/999ad1e9-5348-40ad-929a-e1b6faf87362/770e26c5d431a1a730ee?bookmarkGuid=3ed3b45c-ffa2-4b72-aa67-fe47ed735903&amp;bookmarkUsage=1&amp;ctid=43c3d7e6-f8bf-478d-938b-a0d8a2e9fcd6&amp;fromEntryPoint=export&quot;"/>
    <we:property name="reportState" value="&quot;CONNECTED&quot;"/>
    <we:property name="artifactViewState" value="&quot;live&quot;"/>
    <we:property name="reportEmbeddedTime" value="&quot;2025-02-11T04:37:14.477Z&quot;"/>
    <we:property name="creatorSessionId" value="&quot;6e334def-2d2b-4ea8-8447-c16316407cb7&quot;"/>
    <we:property name="creatorUserId" value="&quot;10032002A66849E7&quot;"/>
    <we:property name="creatorTenantId" value="&quot;43c3d7e6-f8bf-478d-938b-a0d8a2e9fcd6&quot;"/>
    <we:property name="pageDisplayName" value="&quot;Página 1&quot;"/>
    <we:property name="pageName" value="&quot;770e26c5d431a1a730ee&quot;"/>
    <we:property name="reportName" value="&quot;Test_Analytics&quot;"/>
    <we:property name="isVisualContainerHeaderHidden" value="false"/>
    <we:property name="isFiltersActionButtonVisible" value="true"/>
    <we:property name="initialStateBookmark" value="&quot;H4sIAAAAAAAAA+1YbW/iRhD+Kyd/uS+oWr/jfHMIqdAlIQWanlShaLw7hj0ZG62XHBTx37svcGkIhDRqSO56HxJ5x7Mz88w83pll6TBeTwtYXMEEnRPnEgQFVokPrtNwSis77XY/Xaa9T7dX6WVbiaup5FVZOydLR4IYobzh9QwKbUEJ/xw2HCiKaxjpVQ5FjQ1niqKuSij4X2iV1SspZrhqODifFpUAbbIvQaI2e6fU1Vr5dn/xlUegkt9hH6m00jgm6EU0ZIHvgguxTxCVWm0VTGQ7VbRp475VlRJ4qdxoWZ7RkDIk6l+cBFHoo+saOS/kWiVbtOdTodAtN1lpBnlMYwiZ5wEQ33UJiVQMcjHVb1sKyagSnELhGIwCawtp6bSqYjYxT+0H8n41ExR7mJtXpeRyoSxhTasC6lsoZmVVOyuVsmtRqYSat/32566RjauvLYHKK3NOyKqx3ASSsjsoqZJuR5GORgJHINfL9quF+NvgrG1k57NyXUDyOOKhktS8HBVrgtzXamCBTDm2xiCkJmD2RVVa10VtqgRDcbowpTnjYsMRr7EV+hvjXQ03NFaqX/5B1DVTLIBXoMZwpeUEo9BtBrHLXC+MM6BoP4fdFD8yiQed62673/p/8FhCVmB7/kwau9s0fp28a5Y0HJY3XRaGkUdcjzGaNRON6QBJ9hdGcDmeoORUry4wl++iXD0+GptI+lTpsvadrdG7OiwaNjjdTPWiq7RBVirt/jbh3O/wE2kc/YA5TTu93q4+efBrpSaKn43nRdm2rUfNSJ76i5IgaHrgBl7gPTFdHZkZZ53+oNcZvIgbdcEpige0cCaoBmL9MEI1XepNCtPU+uNY3+N++HSzGXgVe85FNTHb1iO5nmz3oWk4Nhaiq/zHGAWuq1kyviFcZytV9fMLbhcmhv15U55vVDhm9leGL7i0wJdWrJQ/pr/+nn7opf30o9Yf2n5jdjKQsCNHk4qZLKKhxW6jZ2oHq76W2uamg+0k+rfoXo06lujNJgvjJAaPZUEQNrOEkuTgNSKnYZQjAUj8gBKChMRw/GvE+efb9iDtddJH38HzGszbtvpvl6D7gy98f61+X5TfZ6vfh+atW30+h1uUIDj86O1+dwWO3+4fZNyehDQBoH7gx4yQIPCQND1zEj59McK5zKqti5G25uVRlmSQsTBwY6CZm8XRQWv1GKb42JbbjKlPcjeiQRRHceJngf/yK85/mcb06ucQ8i+HEJuyw/OHRzz/4geaPNa4jfPV7spXM1lPgeI1lLgDpUIHJbO3+yeQ6p9oHeNDcY5nxaHMbPTXwf0Nh3DsWV0WAAA=&quot;"/>
    <we:property name="bookmark" value="&quot;H4sIAAAAAAAAA+1Y32/bNhD+Vwq99EUYqN9S3lTHGQxkTWZ7WYHCCE7kyWYhSwJFp3YN/+8jRTtZHDtOg8VJuz4kEI/H4313H3lHLy3Gm7qAxUeYonVi/QGCAqvEO8eyrdLIPC8OkYQYE8CERonnukTNVrXkVdlYJ0tLghijvOLNDAptSAk/j2wLiuISxnqUQ9GgbdUomqqEgn9Do6ympJjhyrZwXheVAG1yIEGiNnuj1NVYueD85qkdgUp+gwOk0kijiKAb0oD5ngMORB5BVGqNUWg926miTbfbd6pSAi/VNlqWZzSgDIn6FyV+GHjoOK2cF3Ktki2681oodMtNcGI/j2gEAXNdAOI5DiGh8kEuaj3bUUjGleAUCqvFKLAxkJZWpypm0/are08+qGaCYh/zdqqUXC6UJWxoVUBzDcWsrBprpUJ2KSoV0HZ20P100com1deOQLUrs07Iyl5uHEnZDZRUSbe9SMdjgWOQ62H3xVz8c3jabWVns3KdQPLQ45GSNLwcF2uC3OVqaIDUHDsTEFITMPuiMq3zohZVgqH4sGhTc8rFhiOuveX6K+NdjTY0Vqpf/kXUNVMMgBegxmil5QTDwIn9yGGOG0QZUDTHYTfFj0ziYe/yojvo/D94LCErsDt/Io2dbRq/TNw1S2yL5bHDgiB0ieMyRrM40ZgOkGR/YgSXkylKTvXoHHP5JtLV5+NJ68mAKl3WvTE5elOXhW2c08VUDy6UNshKhd3bJpzzAx4R++gXzIe01+/vqpMHTyttvfhVeJ4VbVN6VI/kqr8w8f3YBcd3ffeR7urIzDjtDYb93vBZ3GgKTlHco4U1RdUQ648xqu5SL1KYarMfx+YO9/2vq03Dq9hzJqppu2zdmevOdh8a2zK+EJ3lvycocJ3NkvEN4XpboWqennAzaH3YHze185Vyp+39leFzLg3wpREr5ffp73+l7/rpIH2v9Uem3rQrGUjYEaNpxdooYkuL3UZP1QpWfS21zU0F20n0W+9ejDqG6HHMgiiJwGWZ7wdxllCSHHxG5DQIcyQAiedTQpCQCI7/jDj7dN0dpv1e+uAcPK3AvG6pv30E3V18wdsr9fu8/DFL/T40r13q8zlcowTB4Wcv97szcPxyfy/i5iakCQD1fC9ihPi+iyR225vw8YcRzmVWbT2MtDU3D7Mkg4wFvhMBzZwsCg9aayZQ40NbThxRj+ROSP0wCqPEy3zv+U+c/zKM6cdfTch3NiEmZIf7D5e43vlP1Hmscbebr3ZnvprJpgaKl1DiDpQKHZTMvO4fQap/or3FuFr9AxTQ7180FgAA&quot;"/>
    <we:property name="datasetId" value="&quot;6841691d-a445-48ef-acb0-a772d2770ef8&quot;"/>
    <we:property name="embedUrl" value="&quot;/reportEmbed?reportId=999ad1e9-5348-40ad-929a-e1b6faf87362&amp;config=eyJjbHVzdGVyVXJsIjoiaHR0cHM6Ly9XQUJJLUJSQVpJTC1TT1VUSC1CLVBSSU1BUlktcmVkaXJlY3QuYW5hbHlzaXMud2luZG93cy5uZXQiLCJlbWJlZEZlYXR1cmVzIjp7InVzYWdlTWV0cmljc1ZOZXh0Ijp0cnVlfX0%3D&amp;disableSensitivityBanner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3</Words>
  <Application>Microsoft Office PowerPoint</Application>
  <PresentationFormat>Ecrã Panorâmico</PresentationFormat>
  <Paragraphs>1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Edgar Melo</cp:lastModifiedBy>
  <cp:revision>3</cp:revision>
  <dcterms:created xsi:type="dcterms:W3CDTF">2018-06-07T21:39:02Z</dcterms:created>
  <dcterms:modified xsi:type="dcterms:W3CDTF">2025-02-11T04:38:03Z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